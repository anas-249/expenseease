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68" r:id="rId2"/>
    <p:sldId id="267" r:id="rId3"/>
    <p:sldId id="271" r:id="rId4"/>
    <p:sldId id="273" r:id="rId5"/>
    <p:sldId id="272" r:id="rId6"/>
    <p:sldId id="274" r:id="rId7"/>
    <p:sldId id="275" r:id="rId8"/>
    <p:sldId id="280" r:id="rId9"/>
    <p:sldId id="281" r:id="rId10"/>
    <p:sldId id="282" r:id="rId11"/>
    <p:sldId id="283" r:id="rId12"/>
    <p:sldId id="284" r:id="rId13"/>
    <p:sldId id="277" r:id="rId14"/>
    <p:sldId id="278" r:id="rId15"/>
    <p:sldId id="279"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12" autoAdjust="0"/>
    <p:restoredTop sz="94660"/>
  </p:normalViewPr>
  <p:slideViewPr>
    <p:cSldViewPr>
      <p:cViewPr varScale="1">
        <p:scale>
          <a:sx n="108" d="100"/>
          <a:sy n="108" d="100"/>
        </p:scale>
        <p:origin x="1728"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ED028E-68AF-4D1A-82F7-9A37385D0C77}" type="datetimeFigureOut">
              <a:rPr lang="en-IN" smtClean="0"/>
              <a:t>01-05-2025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1AD45C-3E93-42A6-98A4-54EE56DD5517}" type="slidenum">
              <a:rPr lang="en-IN" smtClean="0"/>
              <a:t>‹#›</a:t>
            </a:fld>
            <a:endParaRPr lang="en-IN"/>
          </a:p>
        </p:txBody>
      </p:sp>
    </p:spTree>
    <p:extLst>
      <p:ext uri="{BB962C8B-B14F-4D97-AF65-F5344CB8AC3E}">
        <p14:creationId xmlns:p14="http://schemas.microsoft.com/office/powerpoint/2010/main" val="3668430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7</a:t>
            </a:fld>
            <a:endParaRPr lang="en-IN"/>
          </a:p>
        </p:txBody>
      </p:sp>
    </p:spTree>
    <p:extLst>
      <p:ext uri="{BB962C8B-B14F-4D97-AF65-F5344CB8AC3E}">
        <p14:creationId xmlns:p14="http://schemas.microsoft.com/office/powerpoint/2010/main" val="1651408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8</a:t>
            </a:fld>
            <a:endParaRPr lang="en-IN"/>
          </a:p>
        </p:txBody>
      </p:sp>
    </p:spTree>
    <p:extLst>
      <p:ext uri="{BB962C8B-B14F-4D97-AF65-F5344CB8AC3E}">
        <p14:creationId xmlns:p14="http://schemas.microsoft.com/office/powerpoint/2010/main" val="1651408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9</a:t>
            </a:fld>
            <a:endParaRPr lang="en-IN"/>
          </a:p>
        </p:txBody>
      </p:sp>
    </p:spTree>
    <p:extLst>
      <p:ext uri="{BB962C8B-B14F-4D97-AF65-F5344CB8AC3E}">
        <p14:creationId xmlns:p14="http://schemas.microsoft.com/office/powerpoint/2010/main" val="1651408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10</a:t>
            </a:fld>
            <a:endParaRPr lang="en-IN"/>
          </a:p>
        </p:txBody>
      </p:sp>
    </p:spTree>
    <p:extLst>
      <p:ext uri="{BB962C8B-B14F-4D97-AF65-F5344CB8AC3E}">
        <p14:creationId xmlns:p14="http://schemas.microsoft.com/office/powerpoint/2010/main" val="1651408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11</a:t>
            </a:fld>
            <a:endParaRPr lang="en-IN"/>
          </a:p>
        </p:txBody>
      </p:sp>
    </p:spTree>
    <p:extLst>
      <p:ext uri="{BB962C8B-B14F-4D97-AF65-F5344CB8AC3E}">
        <p14:creationId xmlns:p14="http://schemas.microsoft.com/office/powerpoint/2010/main" val="1651408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11AD45C-3E93-42A6-98A4-54EE56DD5517}" type="slidenum">
              <a:rPr lang="en-IN" smtClean="0"/>
              <a:t>12</a:t>
            </a:fld>
            <a:endParaRPr lang="en-IN"/>
          </a:p>
        </p:txBody>
      </p:sp>
    </p:spTree>
    <p:extLst>
      <p:ext uri="{BB962C8B-B14F-4D97-AF65-F5344CB8AC3E}">
        <p14:creationId xmlns:p14="http://schemas.microsoft.com/office/powerpoint/2010/main" val="165140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5/1/2025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5/1/2025</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5/1/2025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43608" y="1628800"/>
            <a:ext cx="6624736" cy="646331"/>
          </a:xfrm>
          <a:prstGeom prst="rect">
            <a:avLst/>
          </a:prstGeom>
          <a:noFill/>
        </p:spPr>
        <p:txBody>
          <a:bodyPr wrap="square" rtlCol="0">
            <a:spAutoFit/>
          </a:bodyPr>
          <a:lstStyle/>
          <a:p>
            <a:pPr algn="ctr"/>
            <a:r>
              <a:rPr lang="en-US" sz="3600" dirty="0">
                <a:solidFill>
                  <a:srgbClr val="FF0000"/>
                </a:solidFill>
                <a:latin typeface="Arial Black" pitchFamily="34" charset="0"/>
              </a:rPr>
              <a:t>SCM-PROJECT</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a16="http://schemas.microsoft.com/office/drawing/2014/main" id="{39596CC0-0544-9FD2-7AFD-B23ECB7AE8F4}"/>
              </a:ext>
            </a:extLst>
          </p:cNvPr>
          <p:cNvSpPr txBox="1"/>
          <p:nvPr/>
        </p:nvSpPr>
        <p:spPr>
          <a:xfrm>
            <a:off x="2195736" y="2852936"/>
            <a:ext cx="5112568" cy="2185214"/>
          </a:xfrm>
          <a:prstGeom prst="rect">
            <a:avLst/>
          </a:prstGeom>
          <a:solidFill>
            <a:schemeClr val="accent6">
              <a:lumMod val="60000"/>
              <a:lumOff val="40000"/>
            </a:schemeClr>
          </a:solidFill>
        </p:spPr>
        <p:txBody>
          <a:bodyPr wrap="square" rtlCol="0">
            <a:spAutoFit/>
          </a:bodyPr>
          <a:lstStyle/>
          <a:p>
            <a:r>
              <a:rPr lang="en-US" sz="2000" dirty="0"/>
              <a:t>Team Details:</a:t>
            </a:r>
          </a:p>
          <a:p>
            <a:r>
              <a:rPr lang="en-US" sz="2000" dirty="0" err="1"/>
              <a:t>Anas</a:t>
            </a:r>
            <a:r>
              <a:rPr lang="en-US" sz="2000" dirty="0"/>
              <a:t> Khan 2410990836</a:t>
            </a:r>
          </a:p>
          <a:p>
            <a:r>
              <a:rPr lang="en-US" sz="2000" dirty="0" err="1"/>
              <a:t>Anmol</a:t>
            </a:r>
            <a:r>
              <a:rPr lang="en-US" sz="2000" dirty="0"/>
              <a:t> Singh </a:t>
            </a:r>
            <a:r>
              <a:rPr lang="en-US" sz="2000" dirty="0" err="1"/>
              <a:t>Sidhu</a:t>
            </a:r>
            <a:r>
              <a:rPr lang="en-US" sz="2000" dirty="0"/>
              <a:t> 2410990842</a:t>
            </a:r>
          </a:p>
          <a:p>
            <a:r>
              <a:rPr lang="en-US" sz="2000" dirty="0"/>
              <a:t>Aditya Patel 2410990819</a:t>
            </a:r>
          </a:p>
          <a:p>
            <a:endParaRPr lang="en-US" dirty="0">
              <a:solidFill>
                <a:schemeClr val="bg1"/>
              </a:solidFill>
            </a:endParaRPr>
          </a:p>
          <a:p>
            <a:r>
              <a:rPr lang="en-US" sz="2000" dirty="0">
                <a:latin typeface="Times New Roman" pitchFamily="18" charset="0"/>
                <a:cs typeface="Times New Roman" pitchFamily="18" charset="0"/>
              </a:rPr>
              <a:t>Faculty Coordinator: Dr. </a:t>
            </a:r>
            <a:r>
              <a:rPr lang="en-US" sz="2000">
                <a:latin typeface="Times New Roman" pitchFamily="18" charset="0"/>
                <a:cs typeface="Times New Roman" pitchFamily="18" charset="0"/>
              </a:rPr>
              <a:t>Abhishek Khanna</a:t>
            </a:r>
            <a:endParaRPr lang="en-US" dirty="0">
              <a:solidFill>
                <a:schemeClr val="bg1"/>
              </a:solidFill>
            </a:endParaRPr>
          </a:p>
          <a:p>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Institute of Engineering and Technology, </a:t>
            </a:r>
          </a:p>
          <a:p>
            <a:pPr algn="ctr"/>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Punjab</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323528" y="980728"/>
            <a:ext cx="6912768" cy="4401205"/>
          </a:xfrm>
          <a:prstGeom prst="rect">
            <a:avLst/>
          </a:prstGeom>
          <a:noFill/>
        </p:spPr>
        <p:txBody>
          <a:bodyPr wrap="square" rtlCol="0">
            <a:spAutoFit/>
          </a:bodyPr>
          <a:lstStyle/>
          <a:p>
            <a:pPr>
              <a:buFont typeface="Arial" pitchFamily="34" charset="0"/>
              <a:buChar char="•"/>
            </a:pPr>
            <a:r>
              <a:rPr lang="en-US" sz="2800" dirty="0">
                <a:latin typeface="Times New Roman" pitchFamily="18" charset="0"/>
                <a:cs typeface="Times New Roman" pitchFamily="18" charset="0"/>
              </a:rPr>
              <a:t>Introduction</a:t>
            </a:r>
          </a:p>
          <a:p>
            <a:pPr>
              <a:buFont typeface="Arial" pitchFamily="34" charset="0"/>
              <a:buChar char="•"/>
            </a:pPr>
            <a:r>
              <a:rPr lang="en-US" sz="2800" dirty="0">
                <a:latin typeface="Times New Roman" pitchFamily="18" charset="0"/>
                <a:cs typeface="Times New Roman" pitchFamily="18" charset="0"/>
              </a:rPr>
              <a:t>Problem Statement</a:t>
            </a:r>
          </a:p>
          <a:p>
            <a:pPr>
              <a:buFont typeface="Arial" pitchFamily="34" charset="0"/>
              <a:buChar char="•"/>
            </a:pPr>
            <a:r>
              <a:rPr lang="en-US" sz="2800" dirty="0">
                <a:latin typeface="Times New Roman" pitchFamily="18" charset="0"/>
                <a:cs typeface="Times New Roman" pitchFamily="18" charset="0"/>
              </a:rPr>
              <a:t>Technical Details</a:t>
            </a:r>
          </a:p>
          <a:p>
            <a:pPr>
              <a:buFont typeface="Arial" pitchFamily="34" charset="0"/>
              <a:buChar char="•"/>
            </a:pPr>
            <a:r>
              <a:rPr lang="en-US" sz="2800" dirty="0">
                <a:latin typeface="Times New Roman" pitchFamily="18" charset="0"/>
                <a:cs typeface="Times New Roman" pitchFamily="18" charset="0"/>
              </a:rPr>
              <a:t>Key Features </a:t>
            </a:r>
          </a:p>
          <a:p>
            <a:pPr>
              <a:buFont typeface="Arial" pitchFamily="34" charset="0"/>
              <a:buChar char="•"/>
            </a:pPr>
            <a:r>
              <a:rPr lang="en-US" sz="2800" dirty="0">
                <a:latin typeface="Times New Roman" pitchFamily="18" charset="0"/>
                <a:cs typeface="Times New Roman" pitchFamily="18" charset="0"/>
              </a:rPr>
              <a:t>Project Highlights</a:t>
            </a:r>
          </a:p>
          <a:p>
            <a:pPr>
              <a:buFont typeface="Arial" pitchFamily="34" charset="0"/>
              <a:buChar char="•"/>
            </a:pPr>
            <a:r>
              <a:rPr lang="en-US" sz="2800" dirty="0">
                <a:latin typeface="Times New Roman" pitchFamily="18" charset="0"/>
                <a:cs typeface="Times New Roman" pitchFamily="18" charset="0"/>
              </a:rPr>
              <a:t>Bonus Feature(optional)</a:t>
            </a:r>
          </a:p>
          <a:p>
            <a:pPr>
              <a:buFont typeface="Arial" pitchFamily="34" charset="0"/>
              <a:buChar char="•"/>
            </a:pPr>
            <a:r>
              <a:rPr lang="en-US" sz="2800" dirty="0">
                <a:latin typeface="Times New Roman" pitchFamily="18" charset="0"/>
                <a:cs typeface="Times New Roman" pitchFamily="18" charset="0"/>
              </a:rPr>
              <a:t>Conclusion</a:t>
            </a:r>
          </a:p>
          <a:p>
            <a:pPr>
              <a:buFont typeface="Arial" pitchFamily="34" charset="0"/>
              <a:buChar char="•"/>
            </a:pPr>
            <a:r>
              <a:rPr lang="en-US" sz="2800" dirty="0">
                <a:latin typeface="Times New Roman" pitchFamily="18" charset="0"/>
                <a:cs typeface="Times New Roman" pitchFamily="18" charset="0"/>
              </a:rPr>
              <a:t>References/Links used</a:t>
            </a:r>
          </a:p>
          <a:p>
            <a:pPr>
              <a:buFont typeface="Arial" pitchFamily="34" charset="0"/>
              <a:buChar char="•"/>
            </a:pPr>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Introduction</a:t>
            </a:r>
          </a:p>
        </p:txBody>
      </p:sp>
      <p:sp>
        <p:nvSpPr>
          <p:cNvPr id="3" name="Rectangle 2"/>
          <p:cNvSpPr/>
          <p:nvPr/>
        </p:nvSpPr>
        <p:spPr>
          <a:xfrm>
            <a:off x="395536" y="877254"/>
            <a:ext cx="8136904" cy="4893647"/>
          </a:xfrm>
          <a:prstGeom prst="rect">
            <a:avLst/>
          </a:prstGeom>
        </p:spPr>
        <p:txBody>
          <a:bodyPr wrap="square">
            <a:spAutoFit/>
          </a:bodyPr>
          <a:lstStyle/>
          <a:p>
            <a:pPr algn="ctr"/>
            <a:r>
              <a:rPr lang="en-US" sz="3200" b="1" dirty="0"/>
              <a:t>"If you buy things you do not need, soon you will have to sell things you need."</a:t>
            </a:r>
            <a:r>
              <a:rPr lang="en-US" sz="3200" dirty="0"/>
              <a:t>                       – Warren Buffett</a:t>
            </a:r>
          </a:p>
          <a:p>
            <a:r>
              <a:rPr lang="en-US" sz="2400" dirty="0"/>
              <a:t>Good evening everyone We are excited to present our Expense Tracker Website “Expense-Ease”, developed as part of our web development project.</a:t>
            </a:r>
          </a:p>
          <a:p>
            <a:r>
              <a:rPr lang="en-US" sz="2400" dirty="0"/>
              <a:t>In today's world, managing finances effectively has become crucial. With rising living standards and complex expenses, many struggle to control spending and stay within a budget.</a:t>
            </a:r>
          </a:p>
          <a:p>
            <a:r>
              <a:rPr lang="en-US" sz="2400" dirty="0"/>
              <a:t>Our app helps users monitor their expenses and provides insights into their financial habits, making budgeting easier and more efficient.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Problem Statement</a:t>
            </a:r>
          </a:p>
        </p:txBody>
      </p:sp>
      <p:sp>
        <p:nvSpPr>
          <p:cNvPr id="3" name="Rectangle 2"/>
          <p:cNvSpPr/>
          <p:nvPr/>
        </p:nvSpPr>
        <p:spPr>
          <a:xfrm>
            <a:off x="420122" y="1196752"/>
            <a:ext cx="8136904" cy="5262979"/>
          </a:xfrm>
          <a:prstGeom prst="rect">
            <a:avLst/>
          </a:prstGeom>
        </p:spPr>
        <p:txBody>
          <a:bodyPr wrap="square">
            <a:spAutoFit/>
          </a:bodyPr>
          <a:lstStyle/>
          <a:p>
            <a:r>
              <a:rPr lang="en-US" sz="2800" dirty="0"/>
              <a:t>This project introduces an innovative Expense Manager website that simplifies personal finance tracking for all users. In today’s complex financial world, many struggle to track spending and budget effectively. Our platform helps by offering a tool to easily record, categorize, and analyze expenses in real-time.</a:t>
            </a:r>
          </a:p>
          <a:p>
            <a:r>
              <a:rPr lang="en-US" sz="2800" dirty="0"/>
              <a:t>Key features include a user-friendly interface for easy navigation, even for non-tech users, and advanced analytics with interactive charts and graphs to visualize spending patterns and gain insights into financial habits.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Technical Details</a:t>
            </a:r>
          </a:p>
        </p:txBody>
      </p:sp>
      <p:sp>
        <p:nvSpPr>
          <p:cNvPr id="3" name="Rectangle 2"/>
          <p:cNvSpPr/>
          <p:nvPr/>
        </p:nvSpPr>
        <p:spPr>
          <a:xfrm>
            <a:off x="395536" y="1196752"/>
            <a:ext cx="8136904" cy="5632311"/>
          </a:xfrm>
          <a:prstGeom prst="rect">
            <a:avLst/>
          </a:prstGeom>
        </p:spPr>
        <p:txBody>
          <a:bodyPr wrap="square">
            <a:spAutoFit/>
          </a:bodyPr>
          <a:lstStyle/>
          <a:p>
            <a:r>
              <a:rPr lang="en-US" sz="2400" b="1" dirty="0"/>
              <a:t>HTML</a:t>
            </a:r>
            <a:r>
              <a:rPr lang="en-US" sz="2400" dirty="0"/>
              <a:t>: HTML forms the backbone of our website, defining its structure. We used it to create and organize the layout of our expense tracker, including essential components like tables for listing expenses, forms for adding new entries, and buttons for user interaction. HTML tags helped create a clear hierarchy of elements, ensuring the site is functional and user-friendly.</a:t>
            </a:r>
          </a:p>
          <a:p>
            <a:endParaRPr lang="en-US" sz="2400" dirty="0"/>
          </a:p>
          <a:p>
            <a:r>
              <a:rPr lang="en-US" sz="2400" b="1" dirty="0"/>
              <a:t>CSS </a:t>
            </a:r>
            <a:r>
              <a:rPr lang="en-US" sz="2400" dirty="0"/>
              <a:t>: CSS brings the visual design to life. By applying CSS, we were able to control the presentation of our website—such as colors, fonts, margins, and spacing—to make the tracker more visually appealing and easy to navigate. CSS was used to enhance the user experience by styling elements like buttons, input fields, and creating responsive designs to ensure that the site works well on different screen sizes and devices.</a:t>
            </a:r>
          </a:p>
          <a:p>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Key Features</a:t>
            </a:r>
          </a:p>
        </p:txBody>
      </p:sp>
      <p:sp>
        <p:nvSpPr>
          <p:cNvPr id="3" name="Rectangle 2"/>
          <p:cNvSpPr/>
          <p:nvPr/>
        </p:nvSpPr>
        <p:spPr>
          <a:xfrm>
            <a:off x="395536" y="1196752"/>
            <a:ext cx="8136904" cy="5601533"/>
          </a:xfrm>
          <a:prstGeom prst="rect">
            <a:avLst/>
          </a:prstGeom>
        </p:spPr>
        <p:txBody>
          <a:bodyPr wrap="square">
            <a:spAutoFit/>
          </a:bodyPr>
          <a:lstStyle/>
          <a:p>
            <a:r>
              <a:rPr lang="en-US" sz="2000" dirty="0"/>
              <a:t>Here are some key features that we could highlight on your expense tracker website:</a:t>
            </a:r>
            <a:endParaRPr lang="en-IN" sz="2000" dirty="0"/>
          </a:p>
          <a:p>
            <a:r>
              <a:rPr lang="en-US" sz="2000" dirty="0"/>
              <a:t> </a:t>
            </a:r>
            <a:endParaRPr lang="en-IN" sz="2000" dirty="0"/>
          </a:p>
          <a:p>
            <a:r>
              <a:rPr lang="en-US" sz="2000" b="1" u="sng" dirty="0"/>
              <a:t>1. User-Friendly Interface:</a:t>
            </a:r>
            <a:r>
              <a:rPr lang="en-US" sz="2000" dirty="0"/>
              <a:t> An intuitive design that makes it easy for users to navigate and log their expenses quickly.</a:t>
            </a:r>
            <a:endParaRPr lang="en-IN" sz="2000" dirty="0"/>
          </a:p>
          <a:p>
            <a:r>
              <a:rPr lang="en-US" sz="2000" dirty="0"/>
              <a:t> </a:t>
            </a:r>
            <a:endParaRPr lang="en-IN" sz="2000" dirty="0"/>
          </a:p>
          <a:p>
            <a:r>
              <a:rPr lang="en-US" sz="2000" b="1" u="sng" dirty="0"/>
              <a:t>2. Expense Categorization:</a:t>
            </a:r>
            <a:r>
              <a:rPr lang="en-US" sz="2000" dirty="0"/>
              <a:t> Allow users to categorize expenses (e.g., groceries, utilities, entertainment) for better organization and tracking.</a:t>
            </a:r>
          </a:p>
          <a:p>
            <a:endParaRPr lang="en-US" sz="2000" dirty="0"/>
          </a:p>
          <a:p>
            <a:r>
              <a:rPr lang="en-US" sz="2000" b="1" u="sng" dirty="0"/>
              <a:t>3. Real-Time Analytics:</a:t>
            </a:r>
            <a:r>
              <a:rPr lang="en-US" sz="2000" dirty="0"/>
              <a:t> Provide users with visual insights through charts and graphs that display their spending habits over time.</a:t>
            </a:r>
          </a:p>
          <a:p>
            <a:endParaRPr lang="en-US" sz="2000" dirty="0"/>
          </a:p>
          <a:p>
            <a:r>
              <a:rPr lang="en-US" sz="2000" b="1" u="sng" dirty="0"/>
              <a:t>4. Recurring Expenses:</a:t>
            </a:r>
            <a:r>
              <a:rPr lang="en-US" sz="2000" dirty="0"/>
              <a:t> Feature to manage and track recurring expenses, making it easier for users to plan their budgets.</a:t>
            </a:r>
            <a:endParaRPr lang="en-IN" sz="2000" dirty="0"/>
          </a:p>
          <a:p>
            <a:r>
              <a:rPr lang="en-US" sz="2000" dirty="0"/>
              <a:t> </a:t>
            </a:r>
            <a:endParaRPr lang="en-IN" sz="2000" dirty="0"/>
          </a:p>
          <a:p>
            <a:r>
              <a:rPr lang="en-US" sz="2000" b="1" u="sng" dirty="0"/>
              <a:t>5. Mobile Responsiveness:</a:t>
            </a:r>
            <a:r>
              <a:rPr lang="en-US" sz="2000" dirty="0"/>
              <a:t> Ensure the website is accessible and fully functional on mobile devices, allowing users to track expenses on-the-go.</a:t>
            </a:r>
            <a:endParaRPr lang="en-IN" sz="2000" dirty="0"/>
          </a:p>
          <a:p>
            <a:endParaRPr lang="en-US" sz="20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10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9886" r="1383" b="4876"/>
          <a:stretch/>
        </p:blipFill>
        <p:spPr bwMode="auto">
          <a:xfrm>
            <a:off x="251520" y="1556792"/>
            <a:ext cx="8724038" cy="4239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1046" r="1550" b="8464"/>
          <a:stretch/>
        </p:blipFill>
        <p:spPr bwMode="auto">
          <a:xfrm>
            <a:off x="251520" y="1556792"/>
            <a:ext cx="8617041" cy="3960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9104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0674" b="5874"/>
          <a:stretch/>
        </p:blipFill>
        <p:spPr bwMode="auto">
          <a:xfrm>
            <a:off x="141468" y="1553043"/>
            <a:ext cx="8809067" cy="4133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8521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1024" r="1371" b="7192"/>
          <a:stretch/>
        </p:blipFill>
        <p:spPr bwMode="auto">
          <a:xfrm>
            <a:off x="467544" y="1728592"/>
            <a:ext cx="8463514" cy="3945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6507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13036" r="1524" b="5234"/>
          <a:stretch/>
        </p:blipFill>
        <p:spPr bwMode="auto">
          <a:xfrm>
            <a:off x="271177" y="1700808"/>
            <a:ext cx="8596011" cy="4011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3463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Project Highlights</a:t>
            </a: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1258" r="1168" b="5472"/>
          <a:stretch/>
        </p:blipFill>
        <p:spPr bwMode="auto">
          <a:xfrm>
            <a:off x="195532" y="1628800"/>
            <a:ext cx="8816742" cy="4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6098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Bonus Feature(optional)</a:t>
            </a:r>
          </a:p>
        </p:txBody>
      </p:sp>
      <p:sp>
        <p:nvSpPr>
          <p:cNvPr id="3" name="Rectangle 2"/>
          <p:cNvSpPr/>
          <p:nvPr/>
        </p:nvSpPr>
        <p:spPr>
          <a:xfrm>
            <a:off x="395536" y="1196752"/>
            <a:ext cx="8136904" cy="4031873"/>
          </a:xfrm>
          <a:prstGeom prst="rect">
            <a:avLst/>
          </a:prstGeom>
        </p:spPr>
        <p:txBody>
          <a:bodyPr wrap="square">
            <a:spAutoFit/>
          </a:bodyPr>
          <a:lstStyle/>
          <a:p>
            <a:r>
              <a:rPr lang="en-US" sz="3200" dirty="0">
                <a:latin typeface="Times New Roman" pitchFamily="18" charset="0"/>
                <a:cs typeface="Times New Roman" pitchFamily="18" charset="0"/>
              </a:rPr>
              <a:t>Here are some of the bonus features of our project(yet to implement)-</a:t>
            </a:r>
          </a:p>
          <a:p>
            <a:pPr marL="514350" indent="-514350">
              <a:buFont typeface="+mj-lt"/>
              <a:buAutoNum type="arabicPeriod"/>
            </a:pPr>
            <a:r>
              <a:rPr lang="en-US" sz="3200" dirty="0">
                <a:latin typeface="Times New Roman" pitchFamily="18" charset="0"/>
                <a:cs typeface="Times New Roman" pitchFamily="18" charset="0"/>
              </a:rPr>
              <a:t>The minimalistic design makes the website visually </a:t>
            </a:r>
            <a:r>
              <a:rPr lang="en-US" sz="3200" dirty="0" err="1">
                <a:latin typeface="Times New Roman" pitchFamily="18" charset="0"/>
                <a:cs typeface="Times New Roman" pitchFamily="18" charset="0"/>
              </a:rPr>
              <a:t>apealling</a:t>
            </a:r>
            <a:r>
              <a:rPr lang="en-US" sz="3200" dirty="0">
                <a:latin typeface="Times New Roman" pitchFamily="18" charset="0"/>
                <a:cs typeface="Times New Roman" pitchFamily="18" charset="0"/>
              </a:rPr>
              <a:t> and shows you content of your use.</a:t>
            </a:r>
          </a:p>
          <a:p>
            <a:pPr marL="514350" indent="-514350">
              <a:buFont typeface="+mj-lt"/>
              <a:buAutoNum type="arabicPeriod"/>
            </a:pPr>
            <a:r>
              <a:rPr lang="en-US" sz="3200" dirty="0">
                <a:latin typeface="Times New Roman" pitchFamily="18" charset="0"/>
                <a:cs typeface="Times New Roman" pitchFamily="18" charset="0"/>
              </a:rPr>
              <a:t>Graphical representation helps you </a:t>
            </a:r>
            <a:r>
              <a:rPr lang="en-US" sz="3200" dirty="0" err="1">
                <a:latin typeface="Times New Roman" pitchFamily="18" charset="0"/>
                <a:cs typeface="Times New Roman" pitchFamily="18" charset="0"/>
              </a:rPr>
              <a:t>analyse</a:t>
            </a:r>
            <a:r>
              <a:rPr lang="en-US" sz="3200" dirty="0">
                <a:latin typeface="Times New Roman" pitchFamily="18" charset="0"/>
                <a:cs typeface="Times New Roman" pitchFamily="18" charset="0"/>
              </a:rPr>
              <a:t> your </a:t>
            </a:r>
            <a:r>
              <a:rPr lang="en-US" sz="3200" dirty="0" err="1">
                <a:latin typeface="Times New Roman" pitchFamily="18" charset="0"/>
                <a:cs typeface="Times New Roman" pitchFamily="18" charset="0"/>
              </a:rPr>
              <a:t>spendings</a:t>
            </a:r>
            <a:endParaRPr lang="en-US" sz="3200" dirty="0">
              <a:latin typeface="Times New Roman" pitchFamily="18" charset="0"/>
              <a:cs typeface="Times New Roman" pitchFamily="18" charset="0"/>
            </a:endParaRPr>
          </a:p>
          <a:p>
            <a:pPr marL="514350" indent="-514350">
              <a:buFont typeface="+mj-lt"/>
              <a:buAutoNum type="arabicPeriod"/>
            </a:pPr>
            <a:endParaRPr lang="en-US" sz="32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Conclusion</a:t>
            </a:r>
          </a:p>
        </p:txBody>
      </p:sp>
      <p:sp>
        <p:nvSpPr>
          <p:cNvPr id="3" name="Rectangle 2"/>
          <p:cNvSpPr/>
          <p:nvPr/>
        </p:nvSpPr>
        <p:spPr>
          <a:xfrm>
            <a:off x="395536" y="1196752"/>
            <a:ext cx="8136904" cy="4401205"/>
          </a:xfrm>
          <a:prstGeom prst="rect">
            <a:avLst/>
          </a:prstGeom>
        </p:spPr>
        <p:txBody>
          <a:bodyPr wrap="square">
            <a:spAutoFit/>
          </a:bodyPr>
          <a:lstStyle/>
          <a:p>
            <a:r>
              <a:rPr lang="en-US" sz="2800" dirty="0"/>
              <a:t>In conclusion, the expense tracker website, developed by us  using HTML, CSS, and JavaScript, offers a seamless and interactive solution for managing personal finances. By providing a user-friendly interface and real-time tracking capabilities, it enables users to monitor their spending, categorize expenses, and set budget goals effectively. This project not only simplifies financial management but also encourages better budgeting habits, helping users make informed decisions and achieve long-term financial stability.</a:t>
            </a:r>
            <a:endParaRPr lang="en-US" sz="28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References/Links used</a:t>
            </a:r>
          </a:p>
        </p:txBody>
      </p:sp>
      <p:sp>
        <p:nvSpPr>
          <p:cNvPr id="3" name="Rectangle 2"/>
          <p:cNvSpPr/>
          <p:nvPr/>
        </p:nvSpPr>
        <p:spPr>
          <a:xfrm>
            <a:off x="395536" y="1196752"/>
            <a:ext cx="8136904" cy="3539430"/>
          </a:xfrm>
          <a:prstGeom prst="rect">
            <a:avLst/>
          </a:prstGeom>
        </p:spPr>
        <p:txBody>
          <a:bodyPr wrap="square">
            <a:spAutoFit/>
          </a:bodyPr>
          <a:lstStyle/>
          <a:p>
            <a:pPr>
              <a:buFont typeface="Arial" pitchFamily="34" charset="0"/>
              <a:buChar char="•"/>
            </a:pPr>
            <a:endParaRPr lang="en-US" sz="3200" dirty="0">
              <a:latin typeface="Times New Roman" pitchFamily="18" charset="0"/>
              <a:cs typeface="Times New Roman" pitchFamily="18" charset="0"/>
            </a:endParaRPr>
          </a:p>
          <a:p>
            <a:pPr>
              <a:buFont typeface="Arial" pitchFamily="34" charset="0"/>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Youtube</a:t>
            </a:r>
            <a:endParaRPr lang="en-US" sz="3200" dirty="0">
              <a:latin typeface="Times New Roman" pitchFamily="18" charset="0"/>
              <a:cs typeface="Times New Roman" pitchFamily="18" charset="0"/>
            </a:endParaRPr>
          </a:p>
          <a:p>
            <a:pPr>
              <a:buFont typeface="Arial" pitchFamily="34" charset="0"/>
              <a:buChar char="•"/>
            </a:pPr>
            <a:r>
              <a:rPr lang="en-US" sz="3200" dirty="0">
                <a:latin typeface="Times New Roman" pitchFamily="18" charset="0"/>
                <a:cs typeface="Times New Roman" pitchFamily="18" charset="0"/>
              </a:rPr>
              <a:t>Geeks for geeks</a:t>
            </a:r>
          </a:p>
          <a:p>
            <a:pPr>
              <a:buFont typeface="Arial" pitchFamily="34" charset="0"/>
              <a:buChar char="•"/>
            </a:pPr>
            <a:r>
              <a:rPr lang="en-US" sz="3200" dirty="0" err="1">
                <a:latin typeface="Times New Roman" pitchFamily="18" charset="0"/>
                <a:cs typeface="Times New Roman" pitchFamily="18" charset="0"/>
              </a:rPr>
              <a:t>Git</a:t>
            </a:r>
            <a:r>
              <a:rPr lang="en-US" sz="3200" dirty="0">
                <a:latin typeface="Times New Roman" pitchFamily="18" charset="0"/>
                <a:cs typeface="Times New Roman" pitchFamily="18" charset="0"/>
              </a:rPr>
              <a:t>-hub</a:t>
            </a:r>
          </a:p>
          <a:p>
            <a:pPr>
              <a:buFont typeface="Arial" pitchFamily="34" charset="0"/>
              <a:buChar char="•"/>
            </a:pPr>
            <a:r>
              <a:rPr lang="en-US" sz="3200" dirty="0">
                <a:latin typeface="Times New Roman" pitchFamily="18" charset="0"/>
                <a:cs typeface="Times New Roman" pitchFamily="18" charset="0"/>
              </a:rPr>
              <a:t>W3 School</a:t>
            </a:r>
          </a:p>
          <a:p>
            <a:pPr>
              <a:buFont typeface="Arial" pitchFamily="34" charset="0"/>
              <a:buChar char="•"/>
            </a:pPr>
            <a:r>
              <a:rPr lang="en-US" sz="3200">
                <a:latin typeface="Times New Roman" pitchFamily="18" charset="0"/>
                <a:cs typeface="Times New Roman" pitchFamily="18" charset="0"/>
              </a:rPr>
              <a:t>Bootstrap</a:t>
            </a:r>
            <a:endParaRPr lang="en-US" sz="3200" dirty="0">
              <a:latin typeface="Times New Roman" pitchFamily="18" charset="0"/>
              <a:cs typeface="Times New Roman" pitchFamily="18" charset="0"/>
            </a:endParaRPr>
          </a:p>
          <a:p>
            <a:r>
              <a:rPr lang="en-US" sz="3200" dirty="0">
                <a:latin typeface="Times New Roman" pitchFamily="18" charset="0"/>
                <a:cs typeface="Times New Roman" pitchFamily="18" charset="0"/>
              </a:rPr>
              <a:t>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916</TotalTime>
  <Words>691</Words>
  <Application>Microsoft Office PowerPoint</Application>
  <PresentationFormat>On-screen Show (4:3)</PresentationFormat>
  <Paragraphs>69</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Times New Roman</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Anmol Sidhu</cp:lastModifiedBy>
  <cp:revision>50</cp:revision>
  <dcterms:created xsi:type="dcterms:W3CDTF">2022-12-12T14:14:34Z</dcterms:created>
  <dcterms:modified xsi:type="dcterms:W3CDTF">2025-05-01T10:53:14Z</dcterms:modified>
</cp:coreProperties>
</file>